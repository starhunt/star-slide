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Relationship Id="rId18" Type="http://schemas.openxmlformats.org/officeDocument/2006/relationships/image" Target="../media/image17.png"/><Relationship Id="rId19" Type="http://schemas.openxmlformats.org/officeDocument/2006/relationships/image" Target="../media/image18.png"/><Relationship Id="rId20" Type="http://schemas.openxmlformats.org/officeDocument/2006/relationships/image" Target="../media/image19.png"/><Relationship Id="rId21" Type="http://schemas.openxmlformats.org/officeDocument/2006/relationships/image" Target="../media/image20.png"/><Relationship Id="rId22" Type="http://schemas.openxmlformats.org/officeDocument/2006/relationships/image" Target="../media/image21.png"/><Relationship Id="rId23" Type="http://schemas.openxmlformats.org/officeDocument/2006/relationships/image" Target="../media/image22.png"/><Relationship Id="rId24" Type="http://schemas.openxmlformats.org/officeDocument/2006/relationships/image" Target="../media/image23.png"/><Relationship Id="rId25" Type="http://schemas.openxmlformats.org/officeDocument/2006/relationships/image" Target="../media/image24.png"/><Relationship Id="rId26" Type="http://schemas.openxmlformats.org/officeDocument/2006/relationships/image" Target="../media/image25.png"/><Relationship Id="rId27" Type="http://schemas.openxmlformats.org/officeDocument/2006/relationships/image" Target="../media/image26.png"/><Relationship Id="rId28" Type="http://schemas.openxmlformats.org/officeDocument/2006/relationships/image" Target="../media/image27.png"/><Relationship Id="rId29" Type="http://schemas.openxmlformats.org/officeDocument/2006/relationships/image" Target="../media/image28.png"/><Relationship Id="rId30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00037" y="1981200"/>
            <a:ext cx="8691562" cy="1238250"/>
          </a:xfrm>
          <a:prstGeom prst="roundRect">
            <a:avLst/>
          </a:prstGeom>
          <a:gradFill rotWithShape="1">
            <a:gsLst>
              <a:gs pos="0">
                <a:srgbClr val="FBFDFF"/>
              </a:gs>
              <a:gs pos="100000">
                <a:srgbClr val="EFF7FF"/>
              </a:gs>
            </a:gsLst>
            <a:lin ang="5400000" scaled="0"/>
          </a:gradFill>
          <a:ln w="19050">
            <a:solidFill>
              <a:srgbClr val="B7D1E8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300037" y="4767262"/>
            <a:ext cx="8691562" cy="1166812"/>
          </a:xfrm>
          <a:prstGeom prst="roundRect">
            <a:avLst/>
          </a:prstGeom>
          <a:gradFill rotWithShape="1">
            <a:gsLst>
              <a:gs pos="0">
                <a:srgbClr val="FFFDFB"/>
              </a:gs>
              <a:gs pos="100000">
                <a:srgbClr val="FFF6ED"/>
              </a:gs>
            </a:gsLst>
            <a:lin ang="5400000" scaled="0"/>
          </a:gradFill>
          <a:ln w="19050">
            <a:solidFill>
              <a:srgbClr val="F0C998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300037" y="3452812"/>
            <a:ext cx="8029575" cy="1076325"/>
          </a:xfrm>
          <a:prstGeom prst="roundRect">
            <a:avLst/>
          </a:prstGeom>
          <a:gradFill rotWithShape="1">
            <a:gsLst>
              <a:gs pos="0">
                <a:srgbClr val="FBFDFF"/>
              </a:gs>
              <a:gs pos="100000">
                <a:srgbClr val="EEF7FF"/>
              </a:gs>
            </a:gsLst>
            <a:lin ang="5400000" scaled="0"/>
          </a:gradFill>
          <a:ln w="19050">
            <a:solidFill>
              <a:srgbClr val="B7D1E8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300037" y="862012"/>
            <a:ext cx="8691562" cy="857250"/>
          </a:xfrm>
          <a:prstGeom prst="roundRect">
            <a:avLst/>
          </a:prstGeom>
          <a:gradFill rotWithShape="1">
            <a:gsLst>
              <a:gs pos="0">
                <a:srgbClr val="FBFFFF"/>
              </a:gs>
              <a:gs pos="100000">
                <a:srgbClr val="EEF8FA"/>
              </a:gs>
            </a:gsLst>
            <a:lin ang="5400000" scaled="0"/>
          </a:gradFill>
          <a:ln w="19050">
            <a:solidFill>
              <a:srgbClr val="A7D2D8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9396412" y="657225"/>
            <a:ext cx="2595562" cy="2657475"/>
          </a:xfrm>
          <a:prstGeom prst="ellipse">
            <a:avLst/>
          </a:prstGeom>
          <a:solidFill>
            <a:srgbClr val="FFFFFF"/>
          </a:solidFill>
          <a:ln w="95250">
            <a:solidFill>
              <a:srgbClr val="FFFFFF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9510712" y="3557587"/>
            <a:ext cx="2333625" cy="2381250"/>
          </a:xfrm>
          <a:prstGeom prst="roundRect">
            <a:avLst/>
          </a:prstGeom>
          <a:gradFill rotWithShape="1">
            <a:gsLst>
              <a:gs pos="0">
                <a:srgbClr val="F7FFFF"/>
              </a:gs>
              <a:gs pos="100000">
                <a:srgbClr val="EAF7FC"/>
              </a:gs>
            </a:gsLst>
            <a:lin ang="5400000" scaled="0"/>
          </a:gradFill>
          <a:ln w="19050">
            <a:solidFill>
              <a:srgbClr val="C5DCE7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300037" y="6167437"/>
            <a:ext cx="8696325" cy="481012"/>
          </a:xfrm>
          <a:prstGeom prst="roundRect">
            <a:avLst/>
          </a:prstGeom>
          <a:gradFill rotWithShape="1">
            <a:gsLst>
              <a:gs pos="0">
                <a:srgbClr val="FFFFFF"/>
              </a:gs>
              <a:gs pos="100000">
                <a:srgbClr val="F5F7FA"/>
              </a:gs>
            </a:gsLst>
            <a:lin ang="5400000" scaled="0"/>
          </a:gradFill>
          <a:ln w="19050">
            <a:solidFill>
              <a:srgbClr val="C8D0D8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ight Arrow 9"/>
          <p:cNvSpPr/>
          <p:nvPr/>
        </p:nvSpPr>
        <p:spPr>
          <a:xfrm>
            <a:off x="8320087" y="3762375"/>
            <a:ext cx="942975" cy="461962"/>
          </a:xfrm>
          <a:prstGeom prst="rightArrow">
            <a:avLst/>
          </a:prstGeom>
          <a:gradFill rotWithShape="1">
            <a:gsLst>
              <a:gs pos="0">
                <a:srgbClr val="126EC8"/>
              </a:gs>
              <a:gs pos="100000">
                <a:srgbClr val="0B5AAE"/>
              </a:gs>
            </a:gsLst>
            <a:lin ang="54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ounded Rectangle 10"/>
          <p:cNvSpPr/>
          <p:nvPr/>
        </p:nvSpPr>
        <p:spPr>
          <a:xfrm>
            <a:off x="2505075" y="2838450"/>
            <a:ext cx="1243012" cy="228600"/>
          </a:xfrm>
          <a:prstGeom prst="roundRect">
            <a:avLst/>
          </a:prstGeom>
          <a:gradFill rotWithShape="1">
            <a:gsLst>
              <a:gs pos="0">
                <a:srgbClr val="08AAA0"/>
              </a:gs>
              <a:gs pos="100000">
                <a:srgbClr val="006FB4"/>
              </a:gs>
            </a:gsLst>
            <a:lin ang="54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6105525" y="2838450"/>
            <a:ext cx="1243012" cy="228600"/>
          </a:xfrm>
          <a:prstGeom prst="roundRect">
            <a:avLst/>
          </a:prstGeom>
          <a:gradFill rotWithShape="1">
            <a:gsLst>
              <a:gs pos="0">
                <a:srgbClr val="08AAA0"/>
              </a:gs>
              <a:gs pos="100000">
                <a:srgbClr val="006FB4"/>
              </a:gs>
            </a:gsLst>
            <a:lin ang="54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9510712" y="3557587"/>
            <a:ext cx="80962" cy="2381250"/>
          </a:xfrm>
          <a:prstGeom prst="rect">
            <a:avLst/>
          </a:prstGeom>
          <a:solidFill>
            <a:srgbClr val="079C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300037" y="1981200"/>
            <a:ext cx="80962" cy="1238250"/>
          </a:xfrm>
          <a:prstGeom prst="rect">
            <a:avLst/>
          </a:prstGeom>
          <a:solidFill>
            <a:srgbClr val="0B68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300037" y="4767262"/>
            <a:ext cx="80962" cy="1166812"/>
          </a:xfrm>
          <a:prstGeom prst="rect">
            <a:avLst/>
          </a:prstGeom>
          <a:solidFill>
            <a:srgbClr val="E8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300037" y="3452812"/>
            <a:ext cx="80962" cy="1076325"/>
          </a:xfrm>
          <a:prstGeom prst="rect">
            <a:avLst/>
          </a:prstGeom>
          <a:solidFill>
            <a:srgbClr val="0B68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300037" y="862012"/>
            <a:ext cx="80962" cy="857250"/>
          </a:xfrm>
          <a:prstGeom prst="rect">
            <a:avLst/>
          </a:prstGeom>
          <a:solidFill>
            <a:srgbClr val="079C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Down Arrow 17"/>
          <p:cNvSpPr/>
          <p:nvPr/>
        </p:nvSpPr>
        <p:spPr>
          <a:xfrm>
            <a:off x="2300287" y="1752600"/>
            <a:ext cx="133350" cy="180975"/>
          </a:xfrm>
          <a:prstGeom prst="downArrow">
            <a:avLst/>
          </a:prstGeom>
          <a:solidFill>
            <a:srgbClr val="078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Down Arrow 18"/>
          <p:cNvSpPr/>
          <p:nvPr/>
        </p:nvSpPr>
        <p:spPr>
          <a:xfrm>
            <a:off x="3795712" y="1752600"/>
            <a:ext cx="133350" cy="180975"/>
          </a:xfrm>
          <a:prstGeom prst="downArrow">
            <a:avLst/>
          </a:prstGeom>
          <a:solidFill>
            <a:srgbClr val="078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Down Arrow 19"/>
          <p:cNvSpPr/>
          <p:nvPr/>
        </p:nvSpPr>
        <p:spPr>
          <a:xfrm>
            <a:off x="5286375" y="1752600"/>
            <a:ext cx="133350" cy="180975"/>
          </a:xfrm>
          <a:prstGeom prst="downArrow">
            <a:avLst/>
          </a:prstGeom>
          <a:solidFill>
            <a:srgbClr val="078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Down Arrow 20"/>
          <p:cNvSpPr/>
          <p:nvPr/>
        </p:nvSpPr>
        <p:spPr>
          <a:xfrm>
            <a:off x="6681787" y="1752600"/>
            <a:ext cx="133350" cy="180975"/>
          </a:xfrm>
          <a:prstGeom prst="downArrow">
            <a:avLst/>
          </a:prstGeom>
          <a:solidFill>
            <a:srgbClr val="078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Down Arrow 21"/>
          <p:cNvSpPr/>
          <p:nvPr/>
        </p:nvSpPr>
        <p:spPr>
          <a:xfrm>
            <a:off x="8105775" y="1752600"/>
            <a:ext cx="133350" cy="180975"/>
          </a:xfrm>
          <a:prstGeom prst="downArrow">
            <a:avLst/>
          </a:prstGeom>
          <a:solidFill>
            <a:srgbClr val="078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Down Arrow 22"/>
          <p:cNvSpPr/>
          <p:nvPr/>
        </p:nvSpPr>
        <p:spPr>
          <a:xfrm>
            <a:off x="2309812" y="3238500"/>
            <a:ext cx="133350" cy="180975"/>
          </a:xfrm>
          <a:prstGeom prst="downArrow">
            <a:avLst/>
          </a:prstGeom>
          <a:solidFill>
            <a:srgbClr val="0B68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Down Arrow 23"/>
          <p:cNvSpPr/>
          <p:nvPr/>
        </p:nvSpPr>
        <p:spPr>
          <a:xfrm>
            <a:off x="3795712" y="3238500"/>
            <a:ext cx="133350" cy="180975"/>
          </a:xfrm>
          <a:prstGeom prst="downArrow">
            <a:avLst/>
          </a:prstGeom>
          <a:solidFill>
            <a:srgbClr val="0B68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Down Arrow 24"/>
          <p:cNvSpPr/>
          <p:nvPr/>
        </p:nvSpPr>
        <p:spPr>
          <a:xfrm>
            <a:off x="5291137" y="3238500"/>
            <a:ext cx="133350" cy="180975"/>
          </a:xfrm>
          <a:prstGeom prst="downArrow">
            <a:avLst/>
          </a:prstGeom>
          <a:solidFill>
            <a:srgbClr val="0B68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Down Arrow 25"/>
          <p:cNvSpPr/>
          <p:nvPr/>
        </p:nvSpPr>
        <p:spPr>
          <a:xfrm>
            <a:off x="6681787" y="3238500"/>
            <a:ext cx="133350" cy="180975"/>
          </a:xfrm>
          <a:prstGeom prst="downArrow">
            <a:avLst/>
          </a:prstGeom>
          <a:solidFill>
            <a:srgbClr val="0B68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Down Arrow 26"/>
          <p:cNvSpPr/>
          <p:nvPr/>
        </p:nvSpPr>
        <p:spPr>
          <a:xfrm>
            <a:off x="2309812" y="4533900"/>
            <a:ext cx="133350" cy="180975"/>
          </a:xfrm>
          <a:prstGeom prst="downArrow">
            <a:avLst/>
          </a:prstGeom>
          <a:solidFill>
            <a:srgbClr val="0B68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Down Arrow 27"/>
          <p:cNvSpPr/>
          <p:nvPr/>
        </p:nvSpPr>
        <p:spPr>
          <a:xfrm>
            <a:off x="3795712" y="4533900"/>
            <a:ext cx="133350" cy="180975"/>
          </a:xfrm>
          <a:prstGeom prst="downArrow">
            <a:avLst/>
          </a:prstGeom>
          <a:solidFill>
            <a:srgbClr val="0B68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Down Arrow 28"/>
          <p:cNvSpPr/>
          <p:nvPr/>
        </p:nvSpPr>
        <p:spPr>
          <a:xfrm>
            <a:off x="5291137" y="4533900"/>
            <a:ext cx="133350" cy="180975"/>
          </a:xfrm>
          <a:prstGeom prst="downArrow">
            <a:avLst/>
          </a:prstGeom>
          <a:solidFill>
            <a:srgbClr val="0B68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ctangle 29"/>
          <p:cNvSpPr/>
          <p:nvPr/>
        </p:nvSpPr>
        <p:spPr>
          <a:xfrm>
            <a:off x="4933950" y="2438400"/>
            <a:ext cx="47625" cy="219075"/>
          </a:xfrm>
          <a:prstGeom prst="rect">
            <a:avLst/>
          </a:prstGeom>
          <a:solidFill>
            <a:srgbClr val="0B68C5"/>
          </a:solidFill>
          <a:ln w="95250">
            <a:solidFill>
              <a:srgbClr val="0B68C5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4848225" y="2528887"/>
            <a:ext cx="214312" cy="47625"/>
          </a:xfrm>
          <a:prstGeom prst="rect">
            <a:avLst/>
          </a:prstGeom>
          <a:solidFill>
            <a:srgbClr val="0B68C5"/>
          </a:solidFill>
          <a:ln w="95250">
            <a:solidFill>
              <a:srgbClr val="0B68C5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Oval 31"/>
          <p:cNvSpPr/>
          <p:nvPr/>
        </p:nvSpPr>
        <p:spPr>
          <a:xfrm>
            <a:off x="9505950" y="719137"/>
            <a:ext cx="2381250" cy="2552700"/>
          </a:xfrm>
          <a:prstGeom prst="ellipse">
            <a:avLst/>
          </a:prstGeom>
          <a:gradFill rotWithShape="1">
            <a:gsLst>
              <a:gs pos="0">
                <a:srgbClr val="09B29E"/>
              </a:gs>
              <a:gs pos="100000">
                <a:srgbClr val="075BC8"/>
              </a:gs>
            </a:gsLst>
            <a:lin ang="54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5276850" y="2081212"/>
            <a:ext cx="3052762" cy="104775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59E9C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ounded Rectangle 33"/>
          <p:cNvSpPr/>
          <p:nvPr/>
        </p:nvSpPr>
        <p:spPr>
          <a:xfrm>
            <a:off x="1704975" y="2076450"/>
            <a:ext cx="2957512" cy="105251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79C9D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ounded Rectangle 34"/>
          <p:cNvSpPr/>
          <p:nvPr/>
        </p:nvSpPr>
        <p:spPr>
          <a:xfrm>
            <a:off x="1681162" y="3557587"/>
            <a:ext cx="2100262" cy="833437"/>
          </a:xfrm>
          <a:prstGeom prst="roundRect">
            <a:avLst/>
          </a:prstGeom>
          <a:gradFill rotWithShape="1">
            <a:gsLst>
              <a:gs pos="0">
                <a:srgbClr val="08AAA0"/>
              </a:gs>
              <a:gs pos="100000">
                <a:srgbClr val="007D89"/>
              </a:gs>
            </a:gsLst>
            <a:lin ang="54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ounded Rectangle 35"/>
          <p:cNvSpPr/>
          <p:nvPr/>
        </p:nvSpPr>
        <p:spPr>
          <a:xfrm>
            <a:off x="3890962" y="3557587"/>
            <a:ext cx="1981200" cy="833437"/>
          </a:xfrm>
          <a:prstGeom prst="roundRect">
            <a:avLst/>
          </a:prstGeom>
          <a:gradFill rotWithShape="1">
            <a:gsLst>
              <a:gs pos="0">
                <a:srgbClr val="126EC8"/>
              </a:gs>
              <a:gs pos="100000">
                <a:srgbClr val="0557AA"/>
              </a:gs>
            </a:gsLst>
            <a:lin ang="54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5991225" y="3557587"/>
            <a:ext cx="1966912" cy="833437"/>
          </a:xfrm>
          <a:prstGeom prst="roundRect">
            <a:avLst/>
          </a:prstGeom>
          <a:gradFill rotWithShape="1">
            <a:gsLst>
              <a:gs pos="0">
                <a:srgbClr val="0B2F5F"/>
              </a:gs>
              <a:gs pos="100000">
                <a:srgbClr val="061935"/>
              </a:gs>
            </a:gsLst>
            <a:lin ang="54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Rounded Rectangle 37"/>
          <p:cNvSpPr/>
          <p:nvPr/>
        </p:nvSpPr>
        <p:spPr>
          <a:xfrm>
            <a:off x="1462087" y="4848225"/>
            <a:ext cx="1147762" cy="1000125"/>
          </a:xfrm>
          <a:prstGeom prst="roundRect">
            <a:avLst/>
          </a:prstGeom>
          <a:gradFill rotWithShape="1">
            <a:gsLst>
              <a:gs pos="0">
                <a:srgbClr val="FFFFFF"/>
              </a:gs>
              <a:gs pos="100000">
                <a:srgbClr val="F8F8F8"/>
              </a:gs>
            </a:gsLst>
            <a:lin ang="5400000" scaled="0"/>
          </a:gradFill>
          <a:ln w="9525">
            <a:solidFill>
              <a:srgbClr val="D9D9D9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ounded Rectangle 38"/>
          <p:cNvSpPr/>
          <p:nvPr/>
        </p:nvSpPr>
        <p:spPr>
          <a:xfrm>
            <a:off x="4038600" y="4848225"/>
            <a:ext cx="1128712" cy="1000125"/>
          </a:xfrm>
          <a:prstGeom prst="roundRect">
            <a:avLst/>
          </a:prstGeom>
          <a:gradFill rotWithShape="1">
            <a:gsLst>
              <a:gs pos="0">
                <a:srgbClr val="FFFFFF"/>
              </a:gs>
              <a:gs pos="100000">
                <a:srgbClr val="F8F8F8"/>
              </a:gs>
            </a:gsLst>
            <a:lin ang="5400000" scaled="0"/>
          </a:gradFill>
          <a:ln w="9525">
            <a:solidFill>
              <a:srgbClr val="D9D9D9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Rounded Rectangle 39"/>
          <p:cNvSpPr/>
          <p:nvPr/>
        </p:nvSpPr>
        <p:spPr>
          <a:xfrm>
            <a:off x="2771775" y="4848225"/>
            <a:ext cx="1100137" cy="1000125"/>
          </a:xfrm>
          <a:prstGeom prst="roundRect">
            <a:avLst/>
          </a:prstGeom>
          <a:gradFill rotWithShape="1">
            <a:gsLst>
              <a:gs pos="0">
                <a:srgbClr val="FFFFFF"/>
              </a:gs>
              <a:gs pos="100000">
                <a:srgbClr val="F8F8F8"/>
              </a:gs>
            </a:gsLst>
            <a:lin ang="5400000" scaled="0"/>
          </a:gradFill>
          <a:ln w="9525">
            <a:solidFill>
              <a:srgbClr val="D9D9D9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Rounded Rectangle 40"/>
          <p:cNvSpPr/>
          <p:nvPr/>
        </p:nvSpPr>
        <p:spPr>
          <a:xfrm>
            <a:off x="5334000" y="4848225"/>
            <a:ext cx="1095375" cy="1000125"/>
          </a:xfrm>
          <a:prstGeom prst="roundRect">
            <a:avLst/>
          </a:prstGeom>
          <a:gradFill rotWithShape="1">
            <a:gsLst>
              <a:gs pos="0">
                <a:srgbClr val="FFFFFF"/>
              </a:gs>
              <a:gs pos="100000">
                <a:srgbClr val="F8F8F8"/>
              </a:gs>
            </a:gsLst>
            <a:lin ang="5400000" scaled="0"/>
          </a:gradFill>
          <a:ln w="9525">
            <a:solidFill>
              <a:srgbClr val="D9D9D9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Rounded Rectangle 41"/>
          <p:cNvSpPr/>
          <p:nvPr/>
        </p:nvSpPr>
        <p:spPr>
          <a:xfrm>
            <a:off x="6605587" y="4848225"/>
            <a:ext cx="1076325" cy="1000125"/>
          </a:xfrm>
          <a:prstGeom prst="roundRect">
            <a:avLst/>
          </a:prstGeom>
          <a:gradFill rotWithShape="1">
            <a:gsLst>
              <a:gs pos="0">
                <a:srgbClr val="FFFFFF"/>
              </a:gs>
              <a:gs pos="100000">
                <a:srgbClr val="F8F8F8"/>
              </a:gs>
            </a:gsLst>
            <a:lin ang="5400000" scaled="0"/>
          </a:gradFill>
          <a:ln w="9525">
            <a:solidFill>
              <a:srgbClr val="D9D9D9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Rounded Rectangle 42"/>
          <p:cNvSpPr/>
          <p:nvPr/>
        </p:nvSpPr>
        <p:spPr>
          <a:xfrm>
            <a:off x="7843837" y="4848225"/>
            <a:ext cx="1033462" cy="1000125"/>
          </a:xfrm>
          <a:prstGeom prst="roundRect">
            <a:avLst/>
          </a:prstGeom>
          <a:gradFill rotWithShape="1">
            <a:gsLst>
              <a:gs pos="0">
                <a:srgbClr val="FFFFFF"/>
              </a:gs>
              <a:gs pos="100000">
                <a:srgbClr val="F8F8F8"/>
              </a:gs>
            </a:gsLst>
            <a:lin ang="5400000" scaled="0"/>
          </a:gradFill>
          <a:ln w="9525">
            <a:solidFill>
              <a:srgbClr val="D9D9D9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4" name="Picture 43" descr="picto_0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87012" y="1500187"/>
            <a:ext cx="600075" cy="690562"/>
          </a:xfrm>
          <a:prstGeom prst="rect">
            <a:avLst/>
          </a:prstGeom>
        </p:spPr>
      </p:pic>
      <p:pic>
        <p:nvPicPr>
          <p:cNvPr id="45" name="Picture 44" descr="picto_0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4957762"/>
            <a:ext cx="600075" cy="433387"/>
          </a:xfrm>
          <a:prstGeom prst="rect">
            <a:avLst/>
          </a:prstGeom>
        </p:spPr>
      </p:pic>
      <p:pic>
        <p:nvPicPr>
          <p:cNvPr id="46" name="Picture 45" descr="picto_00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0537" y="4962525"/>
            <a:ext cx="533400" cy="438150"/>
          </a:xfrm>
          <a:prstGeom prst="rect">
            <a:avLst/>
          </a:prstGeom>
        </p:spPr>
      </p:pic>
      <p:pic>
        <p:nvPicPr>
          <p:cNvPr id="47" name="Picture 46" descr="picto_00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85937" y="4943475"/>
            <a:ext cx="509587" cy="442912"/>
          </a:xfrm>
          <a:prstGeom prst="rect">
            <a:avLst/>
          </a:prstGeom>
        </p:spPr>
      </p:pic>
      <p:pic>
        <p:nvPicPr>
          <p:cNvPr id="48" name="Picture 47" descr="picto_00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71975" y="4938712"/>
            <a:ext cx="457200" cy="481012"/>
          </a:xfrm>
          <a:prstGeom prst="rect">
            <a:avLst/>
          </a:prstGeom>
        </p:spPr>
      </p:pic>
      <p:pic>
        <p:nvPicPr>
          <p:cNvPr id="49" name="Picture 48" descr="picto_00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62287" y="4976812"/>
            <a:ext cx="514350" cy="385762"/>
          </a:xfrm>
          <a:prstGeom prst="rect">
            <a:avLst/>
          </a:prstGeom>
        </p:spPr>
      </p:pic>
      <p:pic>
        <p:nvPicPr>
          <p:cNvPr id="50" name="Picture 49" descr="picto_00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43850" y="981075"/>
            <a:ext cx="457200" cy="433387"/>
          </a:xfrm>
          <a:prstGeom prst="rect">
            <a:avLst/>
          </a:prstGeom>
        </p:spPr>
      </p:pic>
      <p:pic>
        <p:nvPicPr>
          <p:cNvPr id="51" name="Picture 50" descr="picto_007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038600" y="3714750"/>
            <a:ext cx="390525" cy="500062"/>
          </a:xfrm>
          <a:prstGeom prst="rect">
            <a:avLst/>
          </a:prstGeom>
        </p:spPr>
      </p:pic>
      <p:pic>
        <p:nvPicPr>
          <p:cNvPr id="52" name="Picture 51" descr="picto_008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819775" y="4910137"/>
            <a:ext cx="366712" cy="523875"/>
          </a:xfrm>
          <a:prstGeom prst="rect">
            <a:avLst/>
          </a:prstGeom>
        </p:spPr>
      </p:pic>
      <p:pic>
        <p:nvPicPr>
          <p:cNvPr id="53" name="Picture 52" descr="picto_009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09750" y="3719512"/>
            <a:ext cx="414337" cy="461962"/>
          </a:xfrm>
          <a:prstGeom prst="rect">
            <a:avLst/>
          </a:prstGeom>
        </p:spPr>
      </p:pic>
      <p:pic>
        <p:nvPicPr>
          <p:cNvPr id="54" name="Picture 53" descr="picto_010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110287" y="3729037"/>
            <a:ext cx="381000" cy="452437"/>
          </a:xfrm>
          <a:prstGeom prst="rect">
            <a:avLst/>
          </a:prstGeom>
        </p:spPr>
      </p:pic>
      <p:pic>
        <p:nvPicPr>
          <p:cNvPr id="55" name="Picture 54" descr="picto_011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681412" y="952500"/>
            <a:ext cx="361950" cy="466725"/>
          </a:xfrm>
          <a:prstGeom prst="rect">
            <a:avLst/>
          </a:prstGeom>
        </p:spPr>
      </p:pic>
      <p:pic>
        <p:nvPicPr>
          <p:cNvPr id="56" name="Picture 55" descr="picto_012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181225" y="952500"/>
            <a:ext cx="361950" cy="461962"/>
          </a:xfrm>
          <a:prstGeom prst="rect">
            <a:avLst/>
          </a:prstGeom>
        </p:spPr>
      </p:pic>
      <p:pic>
        <p:nvPicPr>
          <p:cNvPr id="57" name="Picture 56" descr="picto_013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577012" y="962025"/>
            <a:ext cx="338137" cy="442912"/>
          </a:xfrm>
          <a:prstGeom prst="rect">
            <a:avLst/>
          </a:prstGeom>
        </p:spPr>
      </p:pic>
      <p:pic>
        <p:nvPicPr>
          <p:cNvPr id="58" name="Picture 57" descr="picto_014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205412" y="952500"/>
            <a:ext cx="323850" cy="461962"/>
          </a:xfrm>
          <a:prstGeom prst="rect">
            <a:avLst/>
          </a:prstGeom>
        </p:spPr>
      </p:pic>
      <p:pic>
        <p:nvPicPr>
          <p:cNvPr id="59" name="Picture 58" descr="picto_015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919287" y="2476500"/>
            <a:ext cx="223837" cy="285750"/>
          </a:xfrm>
          <a:prstGeom prst="rect">
            <a:avLst/>
          </a:prstGeom>
        </p:spPr>
      </p:pic>
      <p:pic>
        <p:nvPicPr>
          <p:cNvPr id="60" name="Picture 59" descr="picto_016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324100" y="2476500"/>
            <a:ext cx="223837" cy="285750"/>
          </a:xfrm>
          <a:prstGeom prst="rect">
            <a:avLst/>
          </a:prstGeom>
        </p:spPr>
      </p:pic>
      <p:pic>
        <p:nvPicPr>
          <p:cNvPr id="61" name="Picture 60" descr="picto_017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728912" y="2476500"/>
            <a:ext cx="223837" cy="285750"/>
          </a:xfrm>
          <a:prstGeom prst="rect">
            <a:avLst/>
          </a:prstGeom>
        </p:spPr>
      </p:pic>
      <p:pic>
        <p:nvPicPr>
          <p:cNvPr id="62" name="Picture 61" descr="picto_018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3133725" y="2476500"/>
            <a:ext cx="223837" cy="285750"/>
          </a:xfrm>
          <a:prstGeom prst="rect">
            <a:avLst/>
          </a:prstGeom>
        </p:spPr>
      </p:pic>
      <p:pic>
        <p:nvPicPr>
          <p:cNvPr id="63" name="Picture 62" descr="picto_019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538537" y="2476500"/>
            <a:ext cx="223837" cy="285750"/>
          </a:xfrm>
          <a:prstGeom prst="rect">
            <a:avLst/>
          </a:prstGeom>
        </p:spPr>
      </p:pic>
      <p:pic>
        <p:nvPicPr>
          <p:cNvPr id="64" name="Picture 63" descr="picto_020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3943350" y="2476500"/>
            <a:ext cx="223837" cy="285750"/>
          </a:xfrm>
          <a:prstGeom prst="rect">
            <a:avLst/>
          </a:prstGeom>
        </p:spPr>
      </p:pic>
      <p:pic>
        <p:nvPicPr>
          <p:cNvPr id="65" name="Picture 64" descr="picto_021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5510212" y="2476500"/>
            <a:ext cx="223837" cy="285750"/>
          </a:xfrm>
          <a:prstGeom prst="rect">
            <a:avLst/>
          </a:prstGeom>
        </p:spPr>
      </p:pic>
      <p:pic>
        <p:nvPicPr>
          <p:cNvPr id="66" name="Picture 65" descr="picto_022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5915025" y="2476500"/>
            <a:ext cx="223837" cy="285750"/>
          </a:xfrm>
          <a:prstGeom prst="rect">
            <a:avLst/>
          </a:prstGeom>
        </p:spPr>
      </p:pic>
      <p:pic>
        <p:nvPicPr>
          <p:cNvPr id="67" name="Picture 66" descr="picto_023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319837" y="2476500"/>
            <a:ext cx="223837" cy="285750"/>
          </a:xfrm>
          <a:prstGeom prst="rect">
            <a:avLst/>
          </a:prstGeom>
        </p:spPr>
      </p:pic>
      <p:pic>
        <p:nvPicPr>
          <p:cNvPr id="68" name="Picture 67" descr="picto_024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724650" y="2476500"/>
            <a:ext cx="223837" cy="285750"/>
          </a:xfrm>
          <a:prstGeom prst="rect">
            <a:avLst/>
          </a:prstGeom>
        </p:spPr>
      </p:pic>
      <p:pic>
        <p:nvPicPr>
          <p:cNvPr id="69" name="Picture 68" descr="picto_025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7129462" y="2476500"/>
            <a:ext cx="223837" cy="285750"/>
          </a:xfrm>
          <a:prstGeom prst="rect">
            <a:avLst/>
          </a:prstGeom>
        </p:spPr>
      </p:pic>
      <p:pic>
        <p:nvPicPr>
          <p:cNvPr id="70" name="Picture 69" descr="picto_026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7534275" y="2476500"/>
            <a:ext cx="223837" cy="285750"/>
          </a:xfrm>
          <a:prstGeom prst="rect">
            <a:avLst/>
          </a:prstGeom>
        </p:spPr>
      </p:pic>
      <p:pic>
        <p:nvPicPr>
          <p:cNvPr id="71" name="Picture 70" descr="picto_027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4291012" y="2576512"/>
            <a:ext cx="214312" cy="57150"/>
          </a:xfrm>
          <a:prstGeom prst="rect">
            <a:avLst/>
          </a:prstGeom>
        </p:spPr>
      </p:pic>
      <p:pic>
        <p:nvPicPr>
          <p:cNvPr id="72" name="Picture 71" descr="picto_028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7891462" y="2576512"/>
            <a:ext cx="214312" cy="57150"/>
          </a:xfrm>
          <a:prstGeom prst="rect">
            <a:avLst/>
          </a:prstGeom>
        </p:spPr>
      </p:pic>
      <p:sp>
        <p:nvSpPr>
          <p:cNvPr id="73" name="TextBox 72"/>
          <p:cNvSpPr txBox="1"/>
          <p:nvPr/>
        </p:nvSpPr>
        <p:spPr>
          <a:xfrm>
            <a:off x="1336516" y="69691"/>
            <a:ext cx="3761106" cy="43688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340" b="1">
                <a:solidFill>
                  <a:srgbClr val="061B43"/>
                </a:solidFill>
                <a:latin typeface="Apple SD Gothic Neo"/>
                <a:ea typeface="Apple SD Gothic Neo"/>
                <a:cs typeface="Apple SD Gothic Neo"/>
              </a:rPr>
              <a:t>전남광주 초광역 공유플랫폼 통합인증서비스 구성도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748879" y="529554"/>
            <a:ext cx="3970091" cy="26486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50" b="0">
                <a:solidFill>
                  <a:srgbClr val="6B6B6B"/>
                </a:solidFill>
                <a:latin typeface="Apple SD Gothic Neo"/>
                <a:ea typeface="Apple SD Gothic Neo"/>
                <a:cs typeface="Apple SD Gothic Neo"/>
              </a:rPr>
              <a:t>소속대학 ID 하나로 전남광주 34개 대학 공유자원 이용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37898" y="1171311"/>
            <a:ext cx="781578" cy="35806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10" b="1">
                <a:solidFill>
                  <a:srgbClr val="008A8C"/>
                </a:solidFill>
                <a:latin typeface="Apple SD Gothic Neo"/>
                <a:ea typeface="Apple SD Gothic Neo"/>
                <a:cs typeface="Apple SD Gothic Neo"/>
              </a:rPr>
              <a:t>사용자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868408" y="1458833"/>
            <a:ext cx="978059" cy="20817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70" b="1">
                <a:solidFill>
                  <a:srgbClr val="232323"/>
                </a:solidFill>
                <a:latin typeface="Apple SD Gothic Neo"/>
                <a:ea typeface="Apple SD Gothic Neo"/>
                <a:cs typeface="Apple SD Gothic Neo"/>
              </a:rPr>
              <a:t>광주지역 대학생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349546" y="1458833"/>
            <a:ext cx="997109" cy="20817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70" b="1">
                <a:solidFill>
                  <a:srgbClr val="232323"/>
                </a:solidFill>
                <a:latin typeface="Apple SD Gothic Neo"/>
                <a:ea typeface="Apple SD Gothic Neo"/>
                <a:cs typeface="Apple SD Gothic Neo"/>
              </a:rPr>
              <a:t>전남지역 대학생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145008" y="1458833"/>
            <a:ext cx="435134" cy="20817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70" b="1">
                <a:solidFill>
                  <a:srgbClr val="232323"/>
                </a:solidFill>
                <a:latin typeface="Apple SD Gothic Neo"/>
                <a:ea typeface="Apple SD Gothic Neo"/>
                <a:cs typeface="Apple SD Gothic Neo"/>
              </a:rPr>
              <a:t>교직원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597571" y="1458833"/>
            <a:ext cx="435134" cy="20817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70" b="1">
                <a:solidFill>
                  <a:srgbClr val="232323"/>
                </a:solidFill>
                <a:latin typeface="Apple SD Gothic Neo"/>
                <a:ea typeface="Apple SD Gothic Neo"/>
                <a:cs typeface="Apple SD Gothic Neo"/>
              </a:rPr>
              <a:t>연구자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716758" y="1458833"/>
            <a:ext cx="901859" cy="20817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70" b="1">
                <a:solidFill>
                  <a:srgbClr val="232323"/>
                </a:solidFill>
                <a:latin typeface="Apple SD Gothic Neo"/>
                <a:ea typeface="Apple SD Gothic Neo"/>
                <a:cs typeface="Apple SD Gothic Neo"/>
              </a:rPr>
              <a:t>외국인 유학생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17077" y="2383964"/>
            <a:ext cx="499397" cy="37472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110" b="1">
                <a:solidFill>
                  <a:srgbClr val="0B5AB3"/>
                </a:solidFill>
                <a:latin typeface="Apple SD Gothic Neo"/>
                <a:ea typeface="Apple SD Gothic Neo"/>
                <a:cs typeface="Apple SD Gothic Neo"/>
              </a:rPr>
              <a:t>IDP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433662" y="2157437"/>
            <a:ext cx="1581100" cy="2664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008B8D"/>
                </a:solidFill>
                <a:latin typeface="Apple SD Gothic Neo"/>
                <a:ea typeface="Apple SD Gothic Neo"/>
                <a:cs typeface="Apple SD Gothic Neo"/>
              </a:rPr>
              <a:t>광주 17개 대학 IDP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288650" y="2531288"/>
            <a:ext cx="223800" cy="19985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20" b="1">
                <a:solidFill>
                  <a:srgbClr val="008B8D"/>
                </a:solidFill>
                <a:latin typeface="Apple SD Gothic Neo"/>
                <a:ea typeface="Apple SD Gothic Neo"/>
                <a:cs typeface="Apple SD Gothic Neo"/>
              </a:rPr>
              <a:t>...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2669702" y="2841152"/>
            <a:ext cx="942334" cy="2414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6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기존 연합인증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819386" y="2371461"/>
            <a:ext cx="305328" cy="35806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10" b="1">
                <a:solidFill>
                  <a:srgbClr val="0B5AB3"/>
                </a:solidFill>
                <a:latin typeface="Apple SD Gothic Neo"/>
                <a:ea typeface="Apple SD Gothic Neo"/>
                <a:cs typeface="Apple SD Gothic Neo"/>
              </a:rPr>
              <a:t>+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072212" y="2162200"/>
            <a:ext cx="1590625" cy="2664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008B8D"/>
                </a:solidFill>
                <a:latin typeface="Apple SD Gothic Neo"/>
                <a:ea typeface="Apple SD Gothic Neo"/>
                <a:cs typeface="Apple SD Gothic Neo"/>
              </a:rPr>
              <a:t>전남 17개 대학 IDP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989113" y="2531288"/>
            <a:ext cx="214275" cy="19985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20" b="1">
                <a:solidFill>
                  <a:srgbClr val="008B8D"/>
                </a:solidFill>
                <a:latin typeface="Apple SD Gothic Neo"/>
                <a:ea typeface="Apple SD Gothic Neo"/>
                <a:cs typeface="Apple SD Gothic Neo"/>
              </a:rPr>
              <a:t>...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284439" y="2841152"/>
            <a:ext cx="766122" cy="2414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6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신규 확장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93842" y="3579942"/>
            <a:ext cx="726816" cy="32475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30" b="1">
                <a:solidFill>
                  <a:srgbClr val="0B5AB3"/>
                </a:solidFill>
                <a:latin typeface="Apple SD Gothic Neo"/>
                <a:ea typeface="Apple SD Gothic Neo"/>
                <a:cs typeface="Apple SD Gothic Neo"/>
              </a:rPr>
              <a:t>통합인증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08155" y="3879980"/>
            <a:ext cx="502978" cy="32475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30" b="1">
                <a:solidFill>
                  <a:srgbClr val="0B5AB3"/>
                </a:solidFill>
                <a:latin typeface="Apple SD Gothic Neo"/>
                <a:ea typeface="Apple SD Gothic Neo"/>
                <a:cs typeface="Apple SD Gothic Neo"/>
              </a:rPr>
              <a:t>코어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2237508" y="3704358"/>
            <a:ext cx="1154259" cy="2747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Discovery 서비스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2287508" y="4044871"/>
            <a:ext cx="1340009" cy="20817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7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대학 선택 및 인증기관 탐지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4533033" y="3728170"/>
            <a:ext cx="1154259" cy="2747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SSO 인증엔진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563983" y="4059158"/>
            <a:ext cx="1330484" cy="20817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7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멀티도메인 단일 로그인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6589541" y="3727278"/>
            <a:ext cx="1441794" cy="28312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9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ID-Federation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6606203" y="4063028"/>
            <a:ext cx="1146531" cy="21650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2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연합인증 토큰 발급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626602" y="5093827"/>
            <a:ext cx="470822" cy="37472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110" b="1">
                <a:solidFill>
                  <a:srgbClr val="E27A00"/>
                </a:solidFill>
                <a:latin typeface="Apple SD Gothic Neo"/>
                <a:ea typeface="Apple SD Gothic Neo"/>
                <a:cs typeface="Apple SD Gothic Neo"/>
              </a:rPr>
              <a:t>SP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516875" y="5431650"/>
            <a:ext cx="1028662" cy="19985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20" b="1">
                <a:solidFill>
                  <a:srgbClr val="1F1F1F"/>
                </a:solidFill>
                <a:latin typeface="Apple SD Gothic Neo"/>
                <a:ea typeface="Apple SD Gothic Neo"/>
                <a:cs typeface="Apple SD Gothic Neo"/>
              </a:rPr>
              <a:t>광주 RISE정보자원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764525" y="5607863"/>
            <a:ext cx="552412" cy="19985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20" b="1">
                <a:solidFill>
                  <a:srgbClr val="1F1F1F"/>
                </a:solidFill>
                <a:latin typeface="Apple SD Gothic Neo"/>
                <a:ea typeface="Apple SD Gothic Neo"/>
                <a:cs typeface="Apple SD Gothic Neo"/>
              </a:rPr>
              <a:t>공유플랫폼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2939078" y="5510828"/>
            <a:ext cx="808394" cy="21650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20" b="1">
                <a:solidFill>
                  <a:srgbClr val="1F1F1F"/>
                </a:solidFill>
                <a:latin typeface="Apple SD Gothic Neo"/>
                <a:ea typeface="Apple SD Gothic Neo"/>
                <a:cs typeface="Apple SD Gothic Neo"/>
              </a:rPr>
              <a:t>빛나래공유대학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4308894" y="5442369"/>
            <a:ext cx="611937" cy="233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10" b="0">
                <a:solidFill>
                  <a:srgbClr val="1F1F1F"/>
                </a:solidFill>
                <a:latin typeface="Apple SD Gothic Neo"/>
                <a:ea typeface="Apple SD Gothic Neo"/>
                <a:cs typeface="Apple SD Gothic Neo"/>
              </a:rPr>
              <a:t>Study in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4261269" y="5637631"/>
            <a:ext cx="707187" cy="233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10" b="0">
                <a:solidFill>
                  <a:srgbClr val="1F1F1F"/>
                </a:solidFill>
                <a:latin typeface="Apple SD Gothic Neo"/>
                <a:ea typeface="Apple SD Gothic Neo"/>
                <a:cs typeface="Apple SD Gothic Neo"/>
              </a:rPr>
              <a:t>Gwangju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5525115" y="5506065"/>
            <a:ext cx="770294" cy="21650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20" b="1">
                <a:solidFill>
                  <a:srgbClr val="1F1F1F"/>
                </a:solidFill>
                <a:latin typeface="Apple SD Gothic Neo"/>
                <a:ea typeface="Apple SD Gothic Neo"/>
                <a:cs typeface="Apple SD Gothic Neo"/>
              </a:rPr>
              <a:t>공유연구장비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6801465" y="5506065"/>
            <a:ext cx="1022706" cy="21650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20" b="1">
                <a:solidFill>
                  <a:srgbClr val="1F1F1F"/>
                </a:solidFill>
                <a:latin typeface="Apple SD Gothic Neo"/>
                <a:ea typeface="Apple SD Gothic Neo"/>
                <a:cs typeface="Apple SD Gothic Neo"/>
              </a:rPr>
              <a:t>공유교육프로그램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8030190" y="5506065"/>
            <a:ext cx="727431" cy="21650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20" b="1">
                <a:solidFill>
                  <a:srgbClr val="1F1F1F"/>
                </a:solidFill>
                <a:latin typeface="Apple SD Gothic Neo"/>
                <a:ea typeface="Apple SD Gothic Neo"/>
                <a:cs typeface="Apple SD Gothic Neo"/>
              </a:rPr>
              <a:t>취·창업정보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0097417" y="986754"/>
            <a:ext cx="1212603" cy="25814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통합인증 핵심코어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0261127" y="1250477"/>
            <a:ext cx="899472" cy="2414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6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오픈소스 활용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10213828" y="2041378"/>
            <a:ext cx="832144" cy="549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09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기술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0085241" y="2531916"/>
            <a:ext cx="1094081" cy="549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09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사업화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9720601" y="3805576"/>
            <a:ext cx="427947" cy="44133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80" b="1">
                <a:solidFill>
                  <a:srgbClr val="008B8D"/>
                </a:solidFill>
                <a:latin typeface="Apple SD Gothic Neo"/>
                <a:ea typeface="Apple SD Gothic Neo"/>
                <a:cs typeface="Apple SD Gothic Neo"/>
              </a:rPr>
              <a:t>“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9870313" y="4236275"/>
            <a:ext cx="1604900" cy="33308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70" b="1">
                <a:solidFill>
                  <a:srgbClr val="061B43"/>
                </a:solidFill>
                <a:latin typeface="Apple SD Gothic Neo"/>
                <a:ea typeface="Apple SD Gothic Neo"/>
                <a:cs typeface="Apple SD Gothic Neo"/>
              </a:rPr>
              <a:t>전남/광주 기업과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10041763" y="4641088"/>
            <a:ext cx="1262000" cy="33308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70" b="1">
                <a:solidFill>
                  <a:srgbClr val="061B43"/>
                </a:solidFill>
                <a:latin typeface="Apple SD Gothic Neo"/>
                <a:ea typeface="Apple SD Gothic Neo"/>
                <a:cs typeface="Apple SD Gothic Neo"/>
              </a:rPr>
              <a:t>대학에 공유하여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9870313" y="5041138"/>
            <a:ext cx="1604900" cy="33308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70" b="1">
                <a:solidFill>
                  <a:srgbClr val="061B43"/>
                </a:solidFill>
                <a:latin typeface="Apple SD Gothic Neo"/>
                <a:ea typeface="Apple SD Gothic Neo"/>
                <a:cs typeface="Apple SD Gothic Neo"/>
              </a:rPr>
              <a:t>기술사업화에 활용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11373189" y="5420064"/>
            <a:ext cx="394609" cy="44133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2480" b="1">
                <a:solidFill>
                  <a:srgbClr val="008B8D"/>
                </a:solidFill>
                <a:latin typeface="Apple SD Gothic Neo"/>
                <a:ea typeface="Apple SD Gothic Neo"/>
                <a:cs typeface="Apple SD Gothic Neo"/>
              </a:rPr>
              <a:t>”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755478" y="6270453"/>
            <a:ext cx="7671144" cy="28312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90" b="1">
                <a:solidFill>
                  <a:srgbClr val="061B43"/>
                </a:solidFill>
                <a:latin typeface="Apple SD Gothic Neo"/>
                <a:ea typeface="Apple SD Gothic Neo"/>
                <a:cs typeface="Apple SD Gothic Neo"/>
              </a:rPr>
              <a:t>핵심 : 소속대학 ID 하나로 모든 서비스 이용 가능 ㅡ 전남광주 지역대학 연합인증(ID-Federation) 기반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